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8" r:id="rId5"/>
    <p:sldId id="259" r:id="rId6"/>
    <p:sldId id="260" r:id="rId7"/>
    <p:sldId id="261" r:id="rId8"/>
    <p:sldId id="263" r:id="rId9"/>
    <p:sldId id="262" r:id="rId10"/>
  </p:sldIdLst>
  <p:sldSz cx="12192000" cy="6858000"/>
  <p:notesSz cx="6724650" cy="97742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817E68-848B-47BF-ACE8-583B0A8C6F57}" v="19" dt="2025-09-16T12:22:06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Keizer" userId="e35db438-d4f0-43b0-88da-6032ee5d452c" providerId="ADAL" clId="{977C90D6-FF69-4733-B4AF-A3321989BBDF}"/>
    <pc:docChg chg="undo custSel addSld delSld modSld">
      <pc:chgData name="Joyce Keizer" userId="e35db438-d4f0-43b0-88da-6032ee5d452c" providerId="ADAL" clId="{977C90D6-FF69-4733-B4AF-A3321989BBDF}" dt="2025-09-16T12:45:47.243" v="1003" actId="27636"/>
      <pc:docMkLst>
        <pc:docMk/>
      </pc:docMkLst>
      <pc:sldChg chg="modSp mod">
        <pc:chgData name="Joyce Keizer" userId="e35db438-d4f0-43b0-88da-6032ee5d452c" providerId="ADAL" clId="{977C90D6-FF69-4733-B4AF-A3321989BBDF}" dt="2025-09-16T12:43:54.111" v="977" actId="20577"/>
        <pc:sldMkLst>
          <pc:docMk/>
          <pc:sldMk cId="1330248947" sldId="258"/>
        </pc:sldMkLst>
        <pc:spChg chg="mod">
          <ac:chgData name="Joyce Keizer" userId="e35db438-d4f0-43b0-88da-6032ee5d452c" providerId="ADAL" clId="{977C90D6-FF69-4733-B4AF-A3321989BBDF}" dt="2025-09-16T12:43:54.111" v="977" actId="20577"/>
          <ac:spMkLst>
            <pc:docMk/>
            <pc:sldMk cId="1330248947" sldId="258"/>
            <ac:spMk id="12" creationId="{93318CFF-EA58-C223-82FF-9B334A0B3399}"/>
          </ac:spMkLst>
        </pc:spChg>
      </pc:sldChg>
      <pc:sldChg chg="modSp mod">
        <pc:chgData name="Joyce Keizer" userId="e35db438-d4f0-43b0-88da-6032ee5d452c" providerId="ADAL" clId="{977C90D6-FF69-4733-B4AF-A3321989BBDF}" dt="2025-09-16T12:34:35.328" v="915" actId="368"/>
        <pc:sldMkLst>
          <pc:docMk/>
          <pc:sldMk cId="1147502317" sldId="260"/>
        </pc:sldMkLst>
        <pc:spChg chg="mod">
          <ac:chgData name="Joyce Keizer" userId="e35db438-d4f0-43b0-88da-6032ee5d452c" providerId="ADAL" clId="{977C90D6-FF69-4733-B4AF-A3321989BBDF}" dt="2025-09-16T12:34:35.328" v="915" actId="368"/>
          <ac:spMkLst>
            <pc:docMk/>
            <pc:sldMk cId="1147502317" sldId="260"/>
            <ac:spMk id="32" creationId="{7717EA0C-7031-64E8-210C-73F3AF89C11C}"/>
          </ac:spMkLst>
        </pc:spChg>
      </pc:sldChg>
      <pc:sldChg chg="addSp delSp modSp mod">
        <pc:chgData name="Joyce Keizer" userId="e35db438-d4f0-43b0-88da-6032ee5d452c" providerId="ADAL" clId="{977C90D6-FF69-4733-B4AF-A3321989BBDF}" dt="2025-09-15T08:48:54.853" v="746" actId="1076"/>
        <pc:sldMkLst>
          <pc:docMk/>
          <pc:sldMk cId="593647706" sldId="261"/>
        </pc:sldMkLst>
        <pc:spChg chg="add del mod">
          <ac:chgData name="Joyce Keizer" userId="e35db438-d4f0-43b0-88da-6032ee5d452c" providerId="ADAL" clId="{977C90D6-FF69-4733-B4AF-A3321989BBDF}" dt="2025-09-15T08:48:36.300" v="743" actId="478"/>
          <ac:spMkLst>
            <pc:docMk/>
            <pc:sldMk cId="593647706" sldId="261"/>
            <ac:spMk id="4" creationId="{F5106CDF-EA7A-7060-A809-04EC327B943A}"/>
          </ac:spMkLst>
        </pc:spChg>
        <pc:spChg chg="add mod">
          <ac:chgData name="Joyce Keizer" userId="e35db438-d4f0-43b0-88da-6032ee5d452c" providerId="ADAL" clId="{977C90D6-FF69-4733-B4AF-A3321989BBDF}" dt="2025-09-15T08:48:01.589" v="736"/>
          <ac:spMkLst>
            <pc:docMk/>
            <pc:sldMk cId="593647706" sldId="261"/>
            <ac:spMk id="5" creationId="{4E5E3A28-F35C-5BE8-6E80-7976B568C78A}"/>
          </ac:spMkLst>
        </pc:spChg>
        <pc:spChg chg="add mod">
          <ac:chgData name="Joyce Keizer" userId="e35db438-d4f0-43b0-88da-6032ee5d452c" providerId="ADAL" clId="{977C90D6-FF69-4733-B4AF-A3321989BBDF}" dt="2025-09-15T08:48:54.853" v="746" actId="1076"/>
          <ac:spMkLst>
            <pc:docMk/>
            <pc:sldMk cId="593647706" sldId="261"/>
            <ac:spMk id="6" creationId="{D08627D4-3D13-7CCE-8F23-8D806E6894A8}"/>
          </ac:spMkLst>
        </pc:spChg>
        <pc:picChg chg="add mod">
          <ac:chgData name="Joyce Keizer" userId="e35db438-d4f0-43b0-88da-6032ee5d452c" providerId="ADAL" clId="{977C90D6-FF69-4733-B4AF-A3321989BBDF}" dt="2025-09-15T08:48:46.223" v="744" actId="1076"/>
          <ac:picMkLst>
            <pc:docMk/>
            <pc:sldMk cId="593647706" sldId="261"/>
            <ac:picMk id="3" creationId="{947FCC39-5F6E-35AF-E282-811FD53D1F89}"/>
          </ac:picMkLst>
        </pc:picChg>
      </pc:sldChg>
      <pc:sldChg chg="delSp modSp mod">
        <pc:chgData name="Joyce Keizer" userId="e35db438-d4f0-43b0-88da-6032ee5d452c" providerId="ADAL" clId="{977C90D6-FF69-4733-B4AF-A3321989BBDF}" dt="2025-09-16T12:45:47.243" v="1003" actId="27636"/>
        <pc:sldMkLst>
          <pc:docMk/>
          <pc:sldMk cId="3243656405" sldId="262"/>
        </pc:sldMkLst>
        <pc:spChg chg="del mod">
          <ac:chgData name="Joyce Keizer" userId="e35db438-d4f0-43b0-88da-6032ee5d452c" providerId="ADAL" clId="{977C90D6-FF69-4733-B4AF-A3321989BBDF}" dt="2025-09-15T08:36:54.872" v="126"/>
          <ac:spMkLst>
            <pc:docMk/>
            <pc:sldMk cId="3243656405" sldId="262"/>
            <ac:spMk id="2" creationId="{DBC29121-0AE5-60AB-C704-7EB102374C3F}"/>
          </ac:spMkLst>
        </pc:spChg>
        <pc:spChg chg="mod">
          <ac:chgData name="Joyce Keizer" userId="e35db438-d4f0-43b0-88da-6032ee5d452c" providerId="ADAL" clId="{977C90D6-FF69-4733-B4AF-A3321989BBDF}" dt="2025-09-15T08:41:37.974" v="613" actId="14100"/>
          <ac:spMkLst>
            <pc:docMk/>
            <pc:sldMk cId="3243656405" sldId="262"/>
            <ac:spMk id="8" creationId="{FEBC5B3F-C2C2-8F7B-8453-4638A8D40427}"/>
          </ac:spMkLst>
        </pc:spChg>
        <pc:spChg chg="del mod">
          <ac:chgData name="Joyce Keizer" userId="e35db438-d4f0-43b0-88da-6032ee5d452c" providerId="ADAL" clId="{977C90D6-FF69-4733-B4AF-A3321989BBDF}" dt="2025-09-15T08:37:08.390" v="128" actId="478"/>
          <ac:spMkLst>
            <pc:docMk/>
            <pc:sldMk cId="3243656405" sldId="262"/>
            <ac:spMk id="12" creationId="{D03BB66B-13B9-75AE-8A19-DEB7A55C6F11}"/>
          </ac:spMkLst>
        </pc:spChg>
        <pc:spChg chg="mod">
          <ac:chgData name="Joyce Keizer" userId="e35db438-d4f0-43b0-88da-6032ee5d452c" providerId="ADAL" clId="{977C90D6-FF69-4733-B4AF-A3321989BBDF}" dt="2025-09-16T12:45:47.243" v="1003" actId="27636"/>
          <ac:spMkLst>
            <pc:docMk/>
            <pc:sldMk cId="3243656405" sldId="262"/>
            <ac:spMk id="30" creationId="{CE1B97AC-FD20-8E2E-EB8A-65B282F03226}"/>
          </ac:spMkLst>
        </pc:spChg>
      </pc:sldChg>
      <pc:sldChg chg="add del">
        <pc:chgData name="Joyce Keizer" userId="e35db438-d4f0-43b0-88da-6032ee5d452c" providerId="ADAL" clId="{977C90D6-FF69-4733-B4AF-A3321989BBDF}" dt="2025-09-15T08:36:20.836" v="47" actId="2696"/>
        <pc:sldMkLst>
          <pc:docMk/>
          <pc:sldMk cId="1600044585" sldId="263"/>
        </pc:sldMkLst>
      </pc:sldChg>
      <pc:sldChg chg="addSp modSp add mod">
        <pc:chgData name="Joyce Keizer" userId="e35db438-d4f0-43b0-88da-6032ee5d452c" providerId="ADAL" clId="{977C90D6-FF69-4733-B4AF-A3321989BBDF}" dt="2025-09-16T12:22:06.322" v="913" actId="1076"/>
        <pc:sldMkLst>
          <pc:docMk/>
          <pc:sldMk cId="3784358488" sldId="263"/>
        </pc:sldMkLst>
        <pc:spChg chg="add mod">
          <ac:chgData name="Joyce Keizer" userId="e35db438-d4f0-43b0-88da-6032ee5d452c" providerId="ADAL" clId="{977C90D6-FF69-4733-B4AF-A3321989BBDF}" dt="2025-09-16T12:22:06.322" v="913" actId="1076"/>
          <ac:spMkLst>
            <pc:docMk/>
            <pc:sldMk cId="3784358488" sldId="263"/>
            <ac:spMk id="2" creationId="{4A1006BC-A2F3-CF1F-4FD5-2E67C06668EB}"/>
          </ac:spMkLst>
        </pc:spChg>
        <pc:spChg chg="mod">
          <ac:chgData name="Joyce Keizer" userId="e35db438-d4f0-43b0-88da-6032ee5d452c" providerId="ADAL" clId="{977C90D6-FF69-4733-B4AF-A3321989BBDF}" dt="2025-09-15T08:43:25.711" v="726" actId="20577"/>
          <ac:spMkLst>
            <pc:docMk/>
            <pc:sldMk cId="3784358488" sldId="263"/>
            <ac:spMk id="8" creationId="{EB281C5D-541F-1E6B-43AD-41F55B9F68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B5C1A-6298-4E13-98AC-FAEED1045571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30213" y="1222375"/>
            <a:ext cx="5864225" cy="3298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2465" y="4703852"/>
            <a:ext cx="5379720" cy="38486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09079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92741-297B-4145-A7AC-F12DFDF67A3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948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58F04-CF5A-3781-C173-57466A39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955A1A5-8DB7-D5D0-6AA5-A11A7C9B0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73DDD74-2616-6A9D-3019-5B2FBDB2C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7DDB022-E74A-6A78-8FB3-AB8BF0F8C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7A52-69CD-4D52-A93A-FD45D672305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13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FA9AE-885C-15AB-FA23-6948432E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279B099-90B6-6551-2105-89563018E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FC4F1A1-60EC-8E54-5C58-C893043D5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A455FD1-E97C-2F9E-B09B-B8A44A51B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7A52-69CD-4D52-A93A-FD45D6723055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4987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B5A0-218B-9793-1D3A-EE7FE0627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552D154-32EF-175B-2D77-A40C3C088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D1A04DC-E8E4-8195-F16B-37B22EAB7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044F8D3-C361-16B5-E0AE-A69B5A515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7A52-69CD-4D52-A93A-FD45D672305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1419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4A0C-F785-D937-D2D5-71BFF139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9507042-4717-A626-2046-382681432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00068E7-D4D8-80DE-FB2C-383C9A5B8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42015A-58ED-9A69-5412-4E69AEBD1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7A52-69CD-4D52-A93A-FD45D672305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9991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11BE5-C0D5-D5A5-A910-5B871070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A614A80-7B9C-CBD6-017C-F336419FD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BA594AA-6D32-2F6E-9390-4BA8DDC8A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AE6C3E6-923F-2E22-2B35-CCC3CEB58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7A52-69CD-4D52-A93A-FD45D6723055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6020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E564-3A22-A834-78B6-4CFC7314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0218A19-42C7-C1F8-5784-2879C6EAB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98AAF39-DCDB-4C2C-2664-3983A79AF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7C09E42-516A-2F16-396D-55EFD55E4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7A52-69CD-4D52-A93A-FD45D672305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716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1037B-BE92-4CE7-A6AB-A82EE5C8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A1C923-20EC-4C22-B7B6-50FFAE72C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9D9A84E-9CA9-4C43-9CE3-DF5B64C9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3E1C6-517F-48D3-B8EF-456D721C840B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BF95DE-4228-4AC2-941D-05C4194C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A036F63-32CD-450B-830C-565442BF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B3D8E-152B-4A2D-A695-0902EDF1B6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859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A52AF20-69D3-42B5-93C4-F27BBD78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B1A1D56-07C2-4475-88E0-020ED1B65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D3DDC4-F2FD-407E-BB59-D5730E7CD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3E1C6-517F-48D3-B8EF-456D721C840B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15E49FB-6C39-4928-9760-5B855F4FB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7EA6AC8-59DB-4CDD-A346-9C50149C6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B3D8E-152B-4A2D-A695-0902EDF1B6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93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dvance.lexis.com/bisacademickrantenbankhome?crid=6256b6c9-e4fe-4106-b443-cabd5ca21c8c&amp;pdmfid=1519360&amp;pdisurlapi=tru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tlascollegehoorn.sharepoint.com/:w:/r/sites/TRIStaf/Shared%20Documents/General/Taalbeleid/Feedback%20bestanden/Checklist%20schrijven%20van%20een%20werkstuk,%20verslag%20of%20brochure.docx?d=w97a51870fb3640ea83a0ec1270777ebc&amp;csf=1&amp;web=1&amp;e=BIBA9z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tlascollegehoorn.sharepoint.com/:w:/r/sites/TRIStaf/Shared%20Documents/General/Taalbeleid/Feedback%20bestanden/Beoordelingsformat%20presenteren.docx?d=wd7274b36a46d44009bf737fad386e9b7&amp;csf=1&amp;web=1&amp;e=4io4b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5B023-2E90-50DF-E353-9D7D403F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5FF2259-3382-37D3-A533-54A23E609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D8DB07-A789-F7D0-3179-657D9DD2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A733D-1C99-A64C-71EE-3FB4E1E4D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5FE47F-4D6F-50DE-2338-7E0010764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0388169-0046-D657-EEB9-CAC1AA3A58EE}"/>
              </a:ext>
            </a:extLst>
          </p:cNvPr>
          <p:cNvSpPr/>
          <p:nvPr/>
        </p:nvSpPr>
        <p:spPr>
          <a:xfrm>
            <a:off x="-2497305" y="1006939"/>
            <a:ext cx="9649219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Taalbeleid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2025-2026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6CB7BC9C-E97E-A0BC-70E2-978903E71768}"/>
              </a:ext>
            </a:extLst>
          </p:cNvPr>
          <p:cNvSpPr/>
          <p:nvPr/>
        </p:nvSpPr>
        <p:spPr>
          <a:xfrm>
            <a:off x="3969162" y="2147199"/>
            <a:ext cx="3445037" cy="10308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BE95940E-F970-7D85-F2D2-23D649EB83E6}"/>
              </a:ext>
            </a:extLst>
          </p:cNvPr>
          <p:cNvSpPr/>
          <p:nvPr/>
        </p:nvSpPr>
        <p:spPr>
          <a:xfrm>
            <a:off x="972903" y="2169584"/>
            <a:ext cx="3445037" cy="10308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3318CFF-EA58-C223-82FF-9B334A0B3399}"/>
              </a:ext>
            </a:extLst>
          </p:cNvPr>
          <p:cNvSpPr/>
          <p:nvPr/>
        </p:nvSpPr>
        <p:spPr>
          <a:xfrm>
            <a:off x="456288" y="2406184"/>
            <a:ext cx="9266070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b="1" dirty="0">
              <a:solidFill>
                <a:srgbClr val="030602"/>
              </a:solidFill>
              <a:latin typeface="+mj-lt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30602"/>
                </a:solidFill>
                <a:latin typeface="+mj-lt"/>
              </a:rPr>
              <a:t>-     </a:t>
            </a:r>
            <a:r>
              <a:rPr lang="en-US" sz="2800" dirty="0" err="1">
                <a:solidFill>
                  <a:srgbClr val="002060"/>
                </a:solidFill>
              </a:rPr>
              <a:t>Krantenbank</a:t>
            </a:r>
            <a:endParaRPr lang="en-US" sz="280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800" dirty="0">
                <a:solidFill>
                  <a:srgbClr val="002060"/>
                </a:solidFill>
              </a:rPr>
              <a:t>Checklist </a:t>
            </a:r>
            <a:r>
              <a:rPr lang="en-US" sz="2800" dirty="0" err="1">
                <a:solidFill>
                  <a:srgbClr val="002060"/>
                </a:solidFill>
              </a:rPr>
              <a:t>werkstuk</a:t>
            </a:r>
            <a:r>
              <a:rPr lang="en-US" sz="2800" dirty="0">
                <a:solidFill>
                  <a:srgbClr val="002060"/>
                </a:solidFill>
              </a:rPr>
              <a:t>, </a:t>
            </a:r>
            <a:r>
              <a:rPr lang="en-US" sz="2800" dirty="0" err="1">
                <a:solidFill>
                  <a:srgbClr val="002060"/>
                </a:solidFill>
              </a:rPr>
              <a:t>verslag</a:t>
            </a:r>
            <a:endParaRPr lang="en-US" sz="280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800" dirty="0" err="1">
                <a:solidFill>
                  <a:srgbClr val="002060"/>
                </a:solidFill>
              </a:rPr>
              <a:t>Beoordeling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presentatie</a:t>
            </a:r>
            <a:endParaRPr lang="en-US" sz="280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800" dirty="0" err="1">
                <a:solidFill>
                  <a:srgbClr val="002060"/>
                </a:solidFill>
              </a:rPr>
              <a:t>Algemene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taalverzorging</a:t>
            </a:r>
            <a:endParaRPr lang="en-US" sz="280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800" dirty="0" err="1">
                <a:solidFill>
                  <a:srgbClr val="002060"/>
                </a:solidFill>
              </a:rPr>
              <a:t>Bookflix</a:t>
            </a:r>
            <a:r>
              <a:rPr lang="en-US" sz="2800" dirty="0">
                <a:solidFill>
                  <a:srgbClr val="002060"/>
                </a:solidFill>
              </a:rPr>
              <a:t>, RT, </a:t>
            </a:r>
            <a:r>
              <a:rPr lang="en-US" sz="2800" dirty="0" err="1">
                <a:solidFill>
                  <a:srgbClr val="002060"/>
                </a:solidFill>
              </a:rPr>
              <a:t>taalnetwerk</a:t>
            </a:r>
            <a:r>
              <a:rPr lang="en-US" sz="2800" dirty="0">
                <a:solidFill>
                  <a:srgbClr val="002060"/>
                </a:solidFill>
              </a:rPr>
              <a:t>, taal in de </a:t>
            </a:r>
            <a:r>
              <a:rPr lang="en-US" sz="2800" dirty="0" err="1">
                <a:solidFill>
                  <a:srgbClr val="002060"/>
                </a:solidFill>
              </a:rPr>
              <a:t>klas</a:t>
            </a:r>
            <a:r>
              <a:rPr lang="en-US" sz="2800" dirty="0">
                <a:solidFill>
                  <a:srgbClr val="002060"/>
                </a:solidFill>
              </a:rPr>
              <a:t>  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en-US" sz="2800" dirty="0">
              <a:solidFill>
                <a:srgbClr val="8BC379"/>
              </a:solidFill>
              <a:latin typeface="+mj-lt"/>
            </a:endParaRP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en-US" sz="2000" dirty="0">
              <a:solidFill>
                <a:srgbClr val="8BC379"/>
              </a:solidFill>
              <a:latin typeface="+mj-lt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D0F2AD48-EDFE-CC65-2498-8BD5D9AF1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4903951"/>
            <a:ext cx="1490132" cy="980222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2B03F7BA-5EE7-CB1F-A316-539C6A904D35}"/>
              </a:ext>
            </a:extLst>
          </p:cNvPr>
          <p:cNvSpPr/>
          <p:nvPr/>
        </p:nvSpPr>
        <p:spPr>
          <a:xfrm>
            <a:off x="12604923" y="1473938"/>
            <a:ext cx="553136" cy="1570690"/>
          </a:xfrm>
          <a:prstGeom prst="rect">
            <a:avLst/>
          </a:prstGeom>
          <a:solidFill>
            <a:srgbClr val="004B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CD030F7-1119-E50D-837B-41C0A0573891}"/>
              </a:ext>
            </a:extLst>
          </p:cNvPr>
          <p:cNvSpPr/>
          <p:nvPr/>
        </p:nvSpPr>
        <p:spPr>
          <a:xfrm>
            <a:off x="12739456" y="3429000"/>
            <a:ext cx="367188" cy="354506"/>
          </a:xfrm>
          <a:prstGeom prst="rect">
            <a:avLst/>
          </a:prstGeom>
          <a:solidFill>
            <a:srgbClr val="4DA3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19C5C6C2-D5C4-210F-9225-4544909190CA}"/>
              </a:ext>
            </a:extLst>
          </p:cNvPr>
          <p:cNvSpPr/>
          <p:nvPr/>
        </p:nvSpPr>
        <p:spPr>
          <a:xfrm>
            <a:off x="10806090" y="337503"/>
            <a:ext cx="812800" cy="782697"/>
          </a:xfrm>
          <a:prstGeom prst="ellipse">
            <a:avLst/>
          </a:prstGeom>
          <a:solidFill>
            <a:srgbClr val="8BC3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>
              <a:solidFill>
                <a:srgbClr val="0306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24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79EB6-1B55-97A6-68BF-5B4A556C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C9383D2-BAB5-21E9-8265-8CF58C43C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F01677-FF6E-5573-79CD-FD0E7504B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8841FC-88CF-E6F2-254B-F371AB039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48E24F-E7F2-F782-BD84-BA7529087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7E9C9B63-CD0B-FC1E-1285-9A5D4163407D}"/>
              </a:ext>
            </a:extLst>
          </p:cNvPr>
          <p:cNvSpPr/>
          <p:nvPr/>
        </p:nvSpPr>
        <p:spPr>
          <a:xfrm>
            <a:off x="-2497305" y="1006939"/>
            <a:ext cx="10236251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                </a:t>
            </a: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Gebruik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</a:t>
            </a: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krantenbank</a:t>
            </a:r>
            <a:endParaRPr lang="en-US" sz="4400" dirty="0">
              <a:solidFill>
                <a:srgbClr val="004B96"/>
              </a:solidFill>
              <a:latin typeface="Rock Salt" pitchFamily="2" charset="0"/>
              <a:ea typeface="+mj-ea"/>
              <a:cs typeface="+mj-cs"/>
            </a:endParaRP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3AF45F46-2CB5-C6C9-811B-C79D972C3199}"/>
              </a:ext>
            </a:extLst>
          </p:cNvPr>
          <p:cNvSpPr/>
          <p:nvPr/>
        </p:nvSpPr>
        <p:spPr>
          <a:xfrm>
            <a:off x="3969162" y="2147199"/>
            <a:ext cx="3445037" cy="10308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E8C6B50E-B0DC-EB8C-CA38-FE3B0CE3467E}"/>
              </a:ext>
            </a:extLst>
          </p:cNvPr>
          <p:cNvSpPr/>
          <p:nvPr/>
        </p:nvSpPr>
        <p:spPr>
          <a:xfrm>
            <a:off x="972903" y="2169584"/>
            <a:ext cx="3445037" cy="10308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4B89D67-A54D-F3A3-5E37-778F68F983BD}"/>
              </a:ext>
            </a:extLst>
          </p:cNvPr>
          <p:cNvSpPr/>
          <p:nvPr/>
        </p:nvSpPr>
        <p:spPr>
          <a:xfrm>
            <a:off x="425446" y="2373527"/>
            <a:ext cx="926607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Tx/>
              <a:buChar char="-"/>
            </a:pPr>
            <a:endParaRPr lang="en-US" sz="2000" dirty="0">
              <a:solidFill>
                <a:srgbClr val="8BC379"/>
              </a:solidFill>
              <a:latin typeface="+mj-lt"/>
            </a:endParaRP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en-US" sz="2000" dirty="0">
              <a:solidFill>
                <a:srgbClr val="8BC379"/>
              </a:solidFill>
              <a:latin typeface="+mj-lt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F54F95EE-D633-5591-12CB-DBD5DE31F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4903951"/>
            <a:ext cx="1490132" cy="980222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428D45AD-6FCB-DD0E-106E-A3BAB2EC863D}"/>
              </a:ext>
            </a:extLst>
          </p:cNvPr>
          <p:cNvSpPr/>
          <p:nvPr/>
        </p:nvSpPr>
        <p:spPr>
          <a:xfrm>
            <a:off x="12604923" y="1473938"/>
            <a:ext cx="553136" cy="1570690"/>
          </a:xfrm>
          <a:prstGeom prst="rect">
            <a:avLst/>
          </a:prstGeom>
          <a:solidFill>
            <a:srgbClr val="004B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B902C3E2-37B1-5288-6E81-4D769B175ABD}"/>
              </a:ext>
            </a:extLst>
          </p:cNvPr>
          <p:cNvSpPr/>
          <p:nvPr/>
        </p:nvSpPr>
        <p:spPr>
          <a:xfrm>
            <a:off x="12739456" y="3429000"/>
            <a:ext cx="367188" cy="354506"/>
          </a:xfrm>
          <a:prstGeom prst="rect">
            <a:avLst/>
          </a:prstGeom>
          <a:solidFill>
            <a:srgbClr val="4DA3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4AD4912-E6A2-4AA7-00AA-0C3792FF65C4}"/>
              </a:ext>
            </a:extLst>
          </p:cNvPr>
          <p:cNvSpPr/>
          <p:nvPr/>
        </p:nvSpPr>
        <p:spPr>
          <a:xfrm>
            <a:off x="10806090" y="337503"/>
            <a:ext cx="812800" cy="782697"/>
          </a:xfrm>
          <a:prstGeom prst="ellipse">
            <a:avLst/>
          </a:prstGeom>
          <a:solidFill>
            <a:srgbClr val="8BC3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>
              <a:solidFill>
                <a:srgbClr val="030602"/>
              </a:solidFill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59C386F-1871-6BAF-9BA3-1FAB6366E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74" y="2316406"/>
            <a:ext cx="8255424" cy="440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196C4-1B41-97C8-D414-D8BA250C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9322018-AB77-0238-F159-37D75E860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F3257C-A74E-4C97-6CA5-4C931F86D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AC8257-9A11-997D-4A8C-7ACDD1C8D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608A0B-E697-5A2F-4821-A3F8B412C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9EF7144-FE42-E73C-9EE9-A8CC69B53623}"/>
              </a:ext>
            </a:extLst>
          </p:cNvPr>
          <p:cNvSpPr/>
          <p:nvPr/>
        </p:nvSpPr>
        <p:spPr>
          <a:xfrm>
            <a:off x="-2497305" y="1006939"/>
            <a:ext cx="10236251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                </a:t>
            </a: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Gebruik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</a:t>
            </a: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krantenbank</a:t>
            </a:r>
            <a:endParaRPr lang="en-US" sz="4400" dirty="0">
              <a:solidFill>
                <a:srgbClr val="004B96"/>
              </a:solidFill>
              <a:latin typeface="Rock Salt" pitchFamily="2" charset="0"/>
              <a:ea typeface="+mj-ea"/>
              <a:cs typeface="+mj-cs"/>
            </a:endParaRP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EEC5685C-42C8-AF73-F14C-CD15A445E7B6}"/>
              </a:ext>
            </a:extLst>
          </p:cNvPr>
          <p:cNvSpPr/>
          <p:nvPr/>
        </p:nvSpPr>
        <p:spPr>
          <a:xfrm>
            <a:off x="1199914" y="2546770"/>
            <a:ext cx="9036335" cy="1766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7717EA0C-7031-64E8-210C-73F3AF89C11C}"/>
              </a:ext>
            </a:extLst>
          </p:cNvPr>
          <p:cNvSpPr/>
          <p:nvPr/>
        </p:nvSpPr>
        <p:spPr>
          <a:xfrm>
            <a:off x="1040577" y="2203079"/>
            <a:ext cx="9036335" cy="244145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(</a:t>
            </a: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Profiel</a:t>
            </a: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)</a:t>
            </a: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werkstukken</a:t>
            </a: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Verslagen</a:t>
            </a: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Ondersteuning</a:t>
            </a: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 </a:t>
            </a: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theorie</a:t>
            </a: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 in de lessen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Voorkennis</a:t>
            </a: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 </a:t>
            </a: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activeren</a:t>
            </a: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 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Bronnen </a:t>
            </a:r>
            <a:r>
              <a:rPr lang="en-US" sz="11200" dirty="0" err="1">
                <a:solidFill>
                  <a:srgbClr val="002060"/>
                </a:solidFill>
                <a:ea typeface="+mj-ea"/>
                <a:cs typeface="+mj-cs"/>
              </a:rPr>
              <a:t>vergelijken</a:t>
            </a: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11200" dirty="0">
                <a:solidFill>
                  <a:srgbClr val="002060"/>
                </a:solidFill>
                <a:ea typeface="+mj-ea"/>
                <a:cs typeface="+mj-cs"/>
              </a:rPr>
              <a:t>Studie 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l-NL" sz="11200" dirty="0" err="1">
                <a:hlinkClick r:id="rId3"/>
              </a:rPr>
              <a:t>Nexis</a:t>
            </a:r>
            <a:r>
              <a:rPr lang="nl-NL" sz="11200" dirty="0">
                <a:hlinkClick r:id="rId3"/>
              </a:rPr>
              <a:t> Uni Krantenbank Home</a:t>
            </a:r>
            <a:endParaRPr lang="en-US" sz="112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sz="11200" dirty="0">
              <a:solidFill>
                <a:srgbClr val="4DA32F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8B57B6DE-D8C0-19B2-36F1-A3DEC753635E}"/>
              </a:ext>
            </a:extLst>
          </p:cNvPr>
          <p:cNvSpPr/>
          <p:nvPr/>
        </p:nvSpPr>
        <p:spPr>
          <a:xfrm>
            <a:off x="1199914" y="3528063"/>
            <a:ext cx="926751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rgbClr val="8BC379"/>
              </a:solidFill>
              <a:latin typeface="+mj-lt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8837D8DC-5C47-EDA0-1296-26E3B320E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358" y="4903951"/>
            <a:ext cx="1490132" cy="980222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BBFA93B8-24E2-4257-D506-FC3A72159FB0}"/>
              </a:ext>
            </a:extLst>
          </p:cNvPr>
          <p:cNvSpPr/>
          <p:nvPr/>
        </p:nvSpPr>
        <p:spPr>
          <a:xfrm>
            <a:off x="12604923" y="1473938"/>
            <a:ext cx="553136" cy="1570690"/>
          </a:xfrm>
          <a:prstGeom prst="rect">
            <a:avLst/>
          </a:prstGeom>
          <a:solidFill>
            <a:srgbClr val="004B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87C27CC-7D94-4AAE-856A-30C628E79DEF}"/>
              </a:ext>
            </a:extLst>
          </p:cNvPr>
          <p:cNvSpPr/>
          <p:nvPr/>
        </p:nvSpPr>
        <p:spPr>
          <a:xfrm>
            <a:off x="12739456" y="3429000"/>
            <a:ext cx="367188" cy="354506"/>
          </a:xfrm>
          <a:prstGeom prst="rect">
            <a:avLst/>
          </a:prstGeom>
          <a:solidFill>
            <a:srgbClr val="4DA3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53C4527D-DC6B-B7F0-5B09-434CF29D064B}"/>
              </a:ext>
            </a:extLst>
          </p:cNvPr>
          <p:cNvSpPr/>
          <p:nvPr/>
        </p:nvSpPr>
        <p:spPr>
          <a:xfrm>
            <a:off x="10806090" y="337503"/>
            <a:ext cx="812800" cy="782697"/>
          </a:xfrm>
          <a:prstGeom prst="ellipse">
            <a:avLst/>
          </a:prstGeom>
          <a:solidFill>
            <a:srgbClr val="8BC3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>
              <a:solidFill>
                <a:srgbClr val="0306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50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24DF6-A96F-6E55-B2D9-2095606B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3F29C14-8CD5-ECA5-5994-C95176098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469791-3048-0194-74CE-8C1FBDAA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F0F0BE-1525-FA69-23BA-6859A7450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E362A5-CABB-B4ED-6A21-0AF85A300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DFA0D7CC-F750-DB51-536D-ECEED68C5351}"/>
              </a:ext>
            </a:extLst>
          </p:cNvPr>
          <p:cNvSpPr/>
          <p:nvPr/>
        </p:nvSpPr>
        <p:spPr>
          <a:xfrm>
            <a:off x="-2497305" y="1006939"/>
            <a:ext cx="10236251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Checklist </a:t>
            </a: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verslag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/ </a:t>
            </a: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werkstuk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                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F3C02E02-1BD2-55AC-58EF-566213528588}"/>
              </a:ext>
            </a:extLst>
          </p:cNvPr>
          <p:cNvSpPr/>
          <p:nvPr/>
        </p:nvSpPr>
        <p:spPr>
          <a:xfrm>
            <a:off x="1199914" y="2546770"/>
            <a:ext cx="9036335" cy="1766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B454F52E-40A2-DEC0-5209-89FD25203826}"/>
              </a:ext>
            </a:extLst>
          </p:cNvPr>
          <p:cNvSpPr/>
          <p:nvPr/>
        </p:nvSpPr>
        <p:spPr>
          <a:xfrm>
            <a:off x="1040577" y="2203079"/>
            <a:ext cx="9036335" cy="24414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solidFill>
                  <a:srgbClr val="4DA32F"/>
                </a:solidFill>
                <a:latin typeface="+mj-lt"/>
                <a:ea typeface="+mj-ea"/>
                <a:cs typeface="+mj-cs"/>
              </a:rPr>
              <a:t> </a:t>
            </a: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630739F0-B002-C63E-AE63-D133F25BBFE9}"/>
              </a:ext>
            </a:extLst>
          </p:cNvPr>
          <p:cNvSpPr/>
          <p:nvPr/>
        </p:nvSpPr>
        <p:spPr>
          <a:xfrm>
            <a:off x="1199914" y="3528063"/>
            <a:ext cx="926751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rgbClr val="8BC379"/>
              </a:solidFill>
              <a:latin typeface="+mj-lt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6AE415DC-5485-B41E-DD1C-4B917EBCF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4903951"/>
            <a:ext cx="1490132" cy="980222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CA3CB095-B2D2-192D-1677-AE82DE8397A3}"/>
              </a:ext>
            </a:extLst>
          </p:cNvPr>
          <p:cNvSpPr/>
          <p:nvPr/>
        </p:nvSpPr>
        <p:spPr>
          <a:xfrm>
            <a:off x="12604923" y="1473938"/>
            <a:ext cx="553136" cy="1570690"/>
          </a:xfrm>
          <a:prstGeom prst="rect">
            <a:avLst/>
          </a:prstGeom>
          <a:solidFill>
            <a:srgbClr val="004B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1E3B415A-D59F-85A7-CF7D-B28984323976}"/>
              </a:ext>
            </a:extLst>
          </p:cNvPr>
          <p:cNvSpPr/>
          <p:nvPr/>
        </p:nvSpPr>
        <p:spPr>
          <a:xfrm>
            <a:off x="12739456" y="3429000"/>
            <a:ext cx="367188" cy="354506"/>
          </a:xfrm>
          <a:prstGeom prst="rect">
            <a:avLst/>
          </a:prstGeom>
          <a:solidFill>
            <a:srgbClr val="4DA3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7DD3DD18-9621-FAB6-2E9D-32D011AD85FA}"/>
              </a:ext>
            </a:extLst>
          </p:cNvPr>
          <p:cNvSpPr/>
          <p:nvPr/>
        </p:nvSpPr>
        <p:spPr>
          <a:xfrm>
            <a:off x="10806090" y="337503"/>
            <a:ext cx="812800" cy="782697"/>
          </a:xfrm>
          <a:prstGeom prst="ellipse">
            <a:avLst/>
          </a:prstGeom>
          <a:solidFill>
            <a:srgbClr val="8BC3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>
              <a:solidFill>
                <a:srgbClr val="030602"/>
              </a:solidFill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47FCC39-5F6E-35AF-E282-811FD53D1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89" y="2222533"/>
            <a:ext cx="9036334" cy="2354471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D08627D4-3D13-7CCE-8F23-8D806E689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914" y="53940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Checklist schrijven van een werkstuk, verslag of brochure.docx</a:t>
            </a:r>
            <a:endParaRPr kumimoji="0" lang="nl-NL" altLang="nl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64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4EA94-EEB3-BCC2-FE02-D062A635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AA64C0A-2053-48C6-F443-47E810BC7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A1CDFA-E075-5A54-22F8-C70DB8DB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136A87-3730-0C88-1169-E94290BCB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B0066D-F36F-E004-2A81-9D0037972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B281C5D-541F-1E6B-43AD-41F55B9F68E1}"/>
              </a:ext>
            </a:extLst>
          </p:cNvPr>
          <p:cNvSpPr/>
          <p:nvPr/>
        </p:nvSpPr>
        <p:spPr>
          <a:xfrm>
            <a:off x="-2497305" y="1006939"/>
            <a:ext cx="10236251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Beoordeling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</a:t>
            </a: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presentatie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                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E5DCC094-1884-0F33-FDFA-E6BB93C28F9F}"/>
              </a:ext>
            </a:extLst>
          </p:cNvPr>
          <p:cNvSpPr/>
          <p:nvPr/>
        </p:nvSpPr>
        <p:spPr>
          <a:xfrm>
            <a:off x="1199914" y="2546770"/>
            <a:ext cx="9036335" cy="1766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>
              <a:solidFill>
                <a:srgbClr val="4DA3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C7578C63-49C1-C3A4-3955-BA33799A395B}"/>
              </a:ext>
            </a:extLst>
          </p:cNvPr>
          <p:cNvSpPr/>
          <p:nvPr/>
        </p:nvSpPr>
        <p:spPr>
          <a:xfrm>
            <a:off x="1040577" y="2203079"/>
            <a:ext cx="9036335" cy="24414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solidFill>
                  <a:srgbClr val="4DA32F"/>
                </a:solidFill>
                <a:latin typeface="+mj-lt"/>
                <a:ea typeface="+mj-ea"/>
                <a:cs typeface="+mj-cs"/>
              </a:rPr>
              <a:t> </a:t>
            </a: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3ACC68F9-89F0-8767-ACAB-C627F289FA29}"/>
              </a:ext>
            </a:extLst>
          </p:cNvPr>
          <p:cNvSpPr/>
          <p:nvPr/>
        </p:nvSpPr>
        <p:spPr>
          <a:xfrm>
            <a:off x="1199914" y="3528063"/>
            <a:ext cx="926751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rgbClr val="8BC379"/>
              </a:solidFill>
              <a:latin typeface="+mj-lt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B0599BDA-AE6A-232B-EAAC-BEDF67F69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4903951"/>
            <a:ext cx="1490132" cy="980222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F13092FA-E6DB-8709-91CA-7F5635ECEACB}"/>
              </a:ext>
            </a:extLst>
          </p:cNvPr>
          <p:cNvSpPr/>
          <p:nvPr/>
        </p:nvSpPr>
        <p:spPr>
          <a:xfrm>
            <a:off x="12604923" y="1473938"/>
            <a:ext cx="553136" cy="1570690"/>
          </a:xfrm>
          <a:prstGeom prst="rect">
            <a:avLst/>
          </a:prstGeom>
          <a:solidFill>
            <a:srgbClr val="004B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0BB96CD9-B47E-D22E-421B-57C5142C0819}"/>
              </a:ext>
            </a:extLst>
          </p:cNvPr>
          <p:cNvSpPr/>
          <p:nvPr/>
        </p:nvSpPr>
        <p:spPr>
          <a:xfrm>
            <a:off x="12739456" y="3429000"/>
            <a:ext cx="367188" cy="354506"/>
          </a:xfrm>
          <a:prstGeom prst="rect">
            <a:avLst/>
          </a:prstGeom>
          <a:solidFill>
            <a:srgbClr val="4DA3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FC54D66-C4A1-0F48-0DE6-7541A02C4AAE}"/>
              </a:ext>
            </a:extLst>
          </p:cNvPr>
          <p:cNvSpPr/>
          <p:nvPr/>
        </p:nvSpPr>
        <p:spPr>
          <a:xfrm>
            <a:off x="10806090" y="337503"/>
            <a:ext cx="812800" cy="782697"/>
          </a:xfrm>
          <a:prstGeom prst="ellipse">
            <a:avLst/>
          </a:prstGeom>
          <a:solidFill>
            <a:srgbClr val="8BC3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>
              <a:solidFill>
                <a:srgbClr val="03060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1006BC-A2F3-CF1F-4FD5-2E67C0666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6585" y="3892791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nl-NL" dirty="0">
                <a:hlinkClick r:id="rId4"/>
              </a:rPr>
              <a:t>Beoordelingsformat presenteren.docx</a:t>
            </a:r>
            <a:endParaRPr lang="nl-NL" altLang="nl-NL" dirty="0"/>
          </a:p>
        </p:txBody>
      </p:sp>
    </p:spTree>
    <p:extLst>
      <p:ext uri="{BB962C8B-B14F-4D97-AF65-F5344CB8AC3E}">
        <p14:creationId xmlns:p14="http://schemas.microsoft.com/office/powerpoint/2010/main" val="378435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BCB3E-CA3E-241F-A0BC-2F4BE273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66F545A-2E60-DD79-36EA-6ADE80DC2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3C6B18-126D-15AB-D2CF-C9871436F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EEF75C-7F59-D21A-908A-8D3C50748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3D0B988-5F03-0A24-66FA-99F408E64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FEBC5B3F-C2C2-8F7B-8453-4638A8D40427}"/>
              </a:ext>
            </a:extLst>
          </p:cNvPr>
          <p:cNvSpPr/>
          <p:nvPr/>
        </p:nvSpPr>
        <p:spPr>
          <a:xfrm>
            <a:off x="2046514" y="1006939"/>
            <a:ext cx="5508171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 err="1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Schooljaar</a:t>
            </a:r>
            <a:r>
              <a:rPr lang="en-US" sz="4400" dirty="0">
                <a:solidFill>
                  <a:srgbClr val="004B96"/>
                </a:solidFill>
                <a:latin typeface="Rock Salt" pitchFamily="2" charset="0"/>
                <a:ea typeface="+mj-ea"/>
                <a:cs typeface="+mj-cs"/>
              </a:rPr>
              <a:t> 2025-2026                 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CE1B97AC-FD20-8E2E-EB8A-65B282F03226}"/>
              </a:ext>
            </a:extLst>
          </p:cNvPr>
          <p:cNvSpPr/>
          <p:nvPr/>
        </p:nvSpPr>
        <p:spPr>
          <a:xfrm>
            <a:off x="1209127" y="2550931"/>
            <a:ext cx="9036335" cy="2093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2800" dirty="0" err="1">
                <a:solidFill>
                  <a:srgbClr val="002060"/>
                </a:solidFill>
                <a:ea typeface="+mj-ea"/>
                <a:cs typeface="+mj-cs"/>
              </a:rPr>
              <a:t>Algemene</a:t>
            </a:r>
            <a:r>
              <a:rPr lang="en-US" sz="2800" dirty="0">
                <a:solidFill>
                  <a:srgbClr val="002060"/>
                </a:solidFill>
                <a:ea typeface="+mj-ea"/>
                <a:cs typeface="+mj-cs"/>
              </a:rPr>
              <a:t> </a:t>
            </a:r>
            <a:r>
              <a:rPr lang="en-US" sz="2800" dirty="0" err="1">
                <a:solidFill>
                  <a:srgbClr val="002060"/>
                </a:solidFill>
                <a:ea typeface="+mj-ea"/>
                <a:cs typeface="+mj-cs"/>
              </a:rPr>
              <a:t>taalverzorging</a:t>
            </a:r>
            <a:endParaRPr lang="en-US" sz="28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2800" dirty="0" err="1">
                <a:solidFill>
                  <a:srgbClr val="002060"/>
                </a:solidFill>
                <a:ea typeface="+mj-ea"/>
                <a:cs typeface="+mj-cs"/>
              </a:rPr>
              <a:t>Bookflix</a:t>
            </a:r>
            <a:r>
              <a:rPr lang="en-US" sz="2800" dirty="0">
                <a:solidFill>
                  <a:srgbClr val="002060"/>
                </a:solidFill>
                <a:ea typeface="+mj-ea"/>
                <a:cs typeface="+mj-cs"/>
              </a:rPr>
              <a:t>/ abonnement </a:t>
            </a:r>
            <a:r>
              <a:rPr lang="en-US" sz="2800" dirty="0" err="1">
                <a:solidFill>
                  <a:srgbClr val="002060"/>
                </a:solidFill>
                <a:ea typeface="+mj-ea"/>
                <a:cs typeface="+mj-cs"/>
              </a:rPr>
              <a:t>bibliotheek</a:t>
            </a:r>
            <a:endParaRPr lang="en-US" sz="28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2800">
                <a:solidFill>
                  <a:srgbClr val="002060"/>
                </a:solidFill>
                <a:ea typeface="+mj-ea"/>
                <a:cs typeface="+mj-cs"/>
              </a:rPr>
              <a:t>RT </a:t>
            </a:r>
            <a:endParaRPr lang="en-US" sz="2800" dirty="0">
              <a:solidFill>
                <a:srgbClr val="002060"/>
              </a:solidFill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sz="2800" dirty="0" err="1">
                <a:solidFill>
                  <a:srgbClr val="002060"/>
                </a:solidFill>
                <a:ea typeface="+mj-ea"/>
                <a:cs typeface="+mj-cs"/>
              </a:rPr>
              <a:t>Bijeenkomsten</a:t>
            </a:r>
            <a:r>
              <a:rPr lang="en-US" sz="2800" dirty="0">
                <a:solidFill>
                  <a:srgbClr val="002060"/>
                </a:solidFill>
                <a:ea typeface="+mj-ea"/>
                <a:cs typeface="+mj-cs"/>
              </a:rPr>
              <a:t> </a:t>
            </a:r>
            <a:r>
              <a:rPr lang="en-US" sz="2800" dirty="0" err="1">
                <a:solidFill>
                  <a:srgbClr val="002060"/>
                </a:solidFill>
                <a:ea typeface="+mj-ea"/>
                <a:cs typeface="+mj-cs"/>
              </a:rPr>
              <a:t>taalnetwerk</a:t>
            </a:r>
            <a:endParaRPr lang="en-US" sz="2800" dirty="0">
              <a:solidFill>
                <a:srgbClr val="002060"/>
              </a:solidFill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6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C34D640F-F3E6-566C-C2F8-DE500D6E848C}"/>
              </a:ext>
            </a:extLst>
          </p:cNvPr>
          <p:cNvSpPr/>
          <p:nvPr/>
        </p:nvSpPr>
        <p:spPr>
          <a:xfrm>
            <a:off x="2654024" y="5407819"/>
            <a:ext cx="9036335" cy="24414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solidFill>
                  <a:srgbClr val="4DA32F"/>
                </a:solidFill>
                <a:latin typeface="+mj-lt"/>
                <a:ea typeface="+mj-ea"/>
                <a:cs typeface="+mj-cs"/>
              </a:rPr>
              <a:t> </a:t>
            </a: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endParaRPr lang="en-US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A416147A-F25A-D60D-84F5-0F0C6C2D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4903951"/>
            <a:ext cx="1490132" cy="980222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801B2A1C-A0FB-03D5-EE40-42DEC0605B21}"/>
              </a:ext>
            </a:extLst>
          </p:cNvPr>
          <p:cNvSpPr/>
          <p:nvPr/>
        </p:nvSpPr>
        <p:spPr>
          <a:xfrm>
            <a:off x="12604923" y="1473938"/>
            <a:ext cx="553136" cy="1570690"/>
          </a:xfrm>
          <a:prstGeom prst="rect">
            <a:avLst/>
          </a:prstGeom>
          <a:solidFill>
            <a:srgbClr val="004B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0AC421E1-9D17-CEF0-95BA-6FB87C20B4C9}"/>
              </a:ext>
            </a:extLst>
          </p:cNvPr>
          <p:cNvSpPr/>
          <p:nvPr/>
        </p:nvSpPr>
        <p:spPr>
          <a:xfrm>
            <a:off x="12739456" y="3429000"/>
            <a:ext cx="367188" cy="354506"/>
          </a:xfrm>
          <a:prstGeom prst="rect">
            <a:avLst/>
          </a:prstGeom>
          <a:solidFill>
            <a:srgbClr val="4DA3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E0857EA0-2FFA-B4E1-5533-43ACE3C72E4D}"/>
              </a:ext>
            </a:extLst>
          </p:cNvPr>
          <p:cNvSpPr/>
          <p:nvPr/>
        </p:nvSpPr>
        <p:spPr>
          <a:xfrm>
            <a:off x="10806090" y="337503"/>
            <a:ext cx="812800" cy="782697"/>
          </a:xfrm>
          <a:prstGeom prst="ellipse">
            <a:avLst/>
          </a:prstGeom>
          <a:solidFill>
            <a:srgbClr val="8BC3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>
              <a:solidFill>
                <a:srgbClr val="0306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65640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rgbClr val="8BC379"/>
      </a:dk1>
      <a:lt1>
        <a:srgbClr val="FFFFFF"/>
      </a:lt1>
      <a:dk2>
        <a:srgbClr val="FFFFFF"/>
      </a:dk2>
      <a:lt2>
        <a:srgbClr val="004B96"/>
      </a:lt2>
      <a:accent1>
        <a:srgbClr val="4DA32F"/>
      </a:accent1>
      <a:accent2>
        <a:srgbClr val="8BC379"/>
      </a:accent2>
      <a:accent3>
        <a:srgbClr val="8BC379"/>
      </a:accent3>
      <a:accent4>
        <a:srgbClr val="E52713"/>
      </a:accent4>
      <a:accent5>
        <a:srgbClr val="4DA32F"/>
      </a:accent5>
      <a:accent6>
        <a:srgbClr val="E52713"/>
      </a:accent6>
      <a:hlink>
        <a:srgbClr val="004B96"/>
      </a:hlink>
      <a:folHlink>
        <a:srgbClr val="8BC379"/>
      </a:folHlink>
    </a:clrScheme>
    <a:fontScheme name="Aangepast 1">
      <a:majorFont>
        <a:latin typeface="Rockwell"/>
        <a:ea typeface=""/>
        <a:cs typeface=""/>
      </a:majorFont>
      <a:minorFont>
        <a:latin typeface="Rock Sa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986BBECA4C114E8000F52B2ABBDD26" ma:contentTypeVersion="20" ma:contentTypeDescription="Create a new document." ma:contentTypeScope="" ma:versionID="e888ccf2ac16253d4f9f7d300bbe38bd">
  <xsd:schema xmlns:xsd="http://www.w3.org/2001/XMLSchema" xmlns:xs="http://www.w3.org/2001/XMLSchema" xmlns:p="http://schemas.microsoft.com/office/2006/metadata/properties" xmlns:ns2="0e3687ce-4365-4d60-8a65-933fe5a9ff0a" xmlns:ns3="88bf959c-3a47-4a12-b56c-70c79cf81735" targetNamespace="http://schemas.microsoft.com/office/2006/metadata/properties" ma:root="true" ma:fieldsID="e0234d125a0a71f698601d8c516a4611" ns2:_="" ns3:_="">
    <xsd:import namespace="0e3687ce-4365-4d60-8a65-933fe5a9ff0a"/>
    <xsd:import namespace="88bf959c-3a47-4a12-b56c-70c79cf81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Inhoud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687ce-4365-4d60-8a65-933fe5a9f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c551538-7109-430c-af61-df11a76ff2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nhoud" ma:index="24" nillable="true" ma:displayName="Inhoud" ma:format="Dropdown" ma:internalName="Inhoud">
      <xsd:simpleType>
        <xsd:restriction base="dms:Text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f959c-3a47-4a12-b56c-70c79cf8173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ff251a-c4e5-4a7c-b4bd-04302827902e}" ma:internalName="TaxCatchAll" ma:showField="CatchAllData" ma:web="88bf959c-3a47-4a12-b56c-70c79cf817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houd xmlns="0e3687ce-4365-4d60-8a65-933fe5a9ff0a" xsi:nil="true"/>
    <lcf76f155ced4ddcb4097134ff3c332f xmlns="0e3687ce-4365-4d60-8a65-933fe5a9ff0a">
      <Terms xmlns="http://schemas.microsoft.com/office/infopath/2007/PartnerControls"/>
    </lcf76f155ced4ddcb4097134ff3c332f>
    <TaxCatchAll xmlns="88bf959c-3a47-4a12-b56c-70c79cf81735" xsi:nil="true"/>
  </documentManagement>
</p:properties>
</file>

<file path=customXml/itemProps1.xml><?xml version="1.0" encoding="utf-8"?>
<ds:datastoreItem xmlns:ds="http://schemas.openxmlformats.org/officeDocument/2006/customXml" ds:itemID="{44A4D7E9-B2E9-48F5-8954-8E64FE4ED8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E20E10-73B0-4EDD-BA97-F898C5300A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3687ce-4365-4d60-8a65-933fe5a9ff0a"/>
    <ds:schemaRef ds:uri="88bf959c-3a47-4a12-b56c-70c79cf81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F3579B-4539-4FA7-B9F9-9F1AB8634E75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0e3687ce-4365-4d60-8a65-933fe5a9ff0a"/>
    <ds:schemaRef ds:uri="http://schemas.microsoft.com/office/infopath/2007/PartnerControls"/>
    <ds:schemaRef ds:uri="88bf959c-3a47-4a12-b56c-70c79cf81735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6019</TotalTime>
  <Words>88</Words>
  <Application>Microsoft Office PowerPoint</Application>
  <PresentationFormat>Breedbeeld</PresentationFormat>
  <Paragraphs>35</Paragraphs>
  <Slides>6</Slides>
  <Notes>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1" baseType="lpstr">
      <vt:lpstr>Aptos</vt:lpstr>
      <vt:lpstr>Arial</vt:lpstr>
      <vt:lpstr>Rock Salt</vt:lpstr>
      <vt:lpstr>Rockwell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 Keizer</dc:creator>
  <cp:lastModifiedBy>Joyce Keizer</cp:lastModifiedBy>
  <cp:revision>2</cp:revision>
  <cp:lastPrinted>2025-09-09T06:05:39Z</cp:lastPrinted>
  <dcterms:created xsi:type="dcterms:W3CDTF">2025-09-08T13:24:53Z</dcterms:created>
  <dcterms:modified xsi:type="dcterms:W3CDTF">2025-09-16T12:45:47Z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0x01010005986BBECA4C114E8000F52B2ABBDD26</vt:lpwstr>
  </property>
  <property fmtid="{D5CDD505-2E9C-101B-9397-08002B2CF9AE}" pid="3" name="MediaServiceImageTags">
    <vt:lpwstr/>
  </property>
</Properties>
</file>