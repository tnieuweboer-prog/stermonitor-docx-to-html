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0" r:id="rId5"/>
  </p:sldIdLst>
  <p:sldSz cx="12192000" cy="6858000"/>
  <p:notesSz cx="6724650" cy="9774238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817E68-848B-47BF-ACE8-583B0A8C6F57}" v="19" dt="2025-09-16T12:22:06.3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4015" cy="4904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09079" y="0"/>
            <a:ext cx="2914015" cy="4904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B5C1A-6298-4E13-98AC-FAEED1045571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430213" y="1222375"/>
            <a:ext cx="5864225" cy="3298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72465" y="4703852"/>
            <a:ext cx="5379720" cy="384860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283830"/>
            <a:ext cx="2914015" cy="4904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09079" y="9283830"/>
            <a:ext cx="2914015" cy="4904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92741-297B-4145-A7AC-F12DFDF67A3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9488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3B5A0-218B-9793-1D3A-EE7FE0627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552D154-32EF-175B-2D77-A40C3C088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D1A04DC-E8E4-8195-F16B-37B22EAB7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044F8D3-C361-16B5-E0AE-A69B5A515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B7A52-69CD-4D52-A93A-FD45D6723055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71419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51037B-BE92-4CE7-A6AB-A82EE5C82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CA1C923-20EC-4C22-B7B6-50FFAE72C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9D9A84E-9CA9-4C43-9CE3-DF5B64C9B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3E1C6-517F-48D3-B8EF-456D721C840B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4BF95DE-4228-4AC2-941D-05C4194C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A036F63-32CD-450B-830C-565442BF1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B3D8E-152B-4A2D-A695-0902EDF1B6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8598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BA52AF20-69D3-42B5-93C4-F27BBD78C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B1A1D56-07C2-4475-88E0-020ED1B65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8D3DDC4-F2FD-407E-BB59-D5730E7CD1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3E1C6-517F-48D3-B8EF-456D721C840B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15E49FB-6C39-4928-9760-5B855F4FB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7EA6AC8-59DB-4CDD-A346-9C50149C6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CB3D8E-152B-4A2D-A695-0902EDF1B6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62937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4196C4-1B41-97C8-D414-D8BA250CB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9322018-AB77-0238-F159-37D75E860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3F3257C-A74E-4C97-6CA5-4C931F86D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BAC8257-9A11-997D-4A8C-7ACDD1C8D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0608A0B-E697-5A2F-4821-A3F8B412CD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19EF7144-FE42-E73C-9EE9-A8CC69B53623}"/>
              </a:ext>
            </a:extLst>
          </p:cNvPr>
          <p:cNvSpPr/>
          <p:nvPr/>
        </p:nvSpPr>
        <p:spPr>
          <a:xfrm>
            <a:off x="-2497305" y="1006939"/>
            <a:ext cx="10236251" cy="15141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solidFill>
                  <a:srgbClr val="004B96"/>
                </a:solidFill>
                <a:latin typeface="Rock Salt" pitchFamily="2" charset="0"/>
                <a:ea typeface="+mj-ea"/>
                <a:cs typeface="+mj-cs"/>
              </a:rPr>
              <a:t>                 </a:t>
            </a:r>
          </a:p>
        </p:txBody>
      </p:sp>
      <p:sp>
        <p:nvSpPr>
          <p:cNvPr id="30" name="Rechthoek 29">
            <a:extLst>
              <a:ext uri="{FF2B5EF4-FFF2-40B4-BE49-F238E27FC236}">
                <a16:creationId xmlns:a16="http://schemas.microsoft.com/office/drawing/2014/main" id="{EEC5685C-42C8-AF73-F14C-CD15A445E7B6}"/>
              </a:ext>
            </a:extLst>
          </p:cNvPr>
          <p:cNvSpPr/>
          <p:nvPr/>
        </p:nvSpPr>
        <p:spPr>
          <a:xfrm>
            <a:off x="1199914" y="2546770"/>
            <a:ext cx="9036335" cy="17661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600">
              <a:solidFill>
                <a:srgbClr val="4DA32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" name="Rechthoek 31">
            <a:extLst>
              <a:ext uri="{FF2B5EF4-FFF2-40B4-BE49-F238E27FC236}">
                <a16:creationId xmlns:a16="http://schemas.microsoft.com/office/drawing/2014/main" id="{7717EA0C-7031-64E8-210C-73F3AF89C11C}"/>
              </a:ext>
            </a:extLst>
          </p:cNvPr>
          <p:cNvSpPr/>
          <p:nvPr/>
        </p:nvSpPr>
        <p:spPr>
          <a:xfrm>
            <a:off x="1040577" y="2203079"/>
            <a:ext cx="9036335" cy="24414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1200" dirty="0">
              <a:solidFill>
                <a:srgbClr val="002060"/>
              </a:solidFill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-"/>
            </a:pPr>
            <a:endParaRPr lang="en-US" sz="11200" dirty="0">
              <a:solidFill>
                <a:srgbClr val="002060"/>
              </a:solidFill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1200" dirty="0">
              <a:solidFill>
                <a:srgbClr val="002060"/>
              </a:solidFill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-"/>
            </a:pPr>
            <a:endParaRPr lang="en-US" sz="11200" dirty="0">
              <a:solidFill>
                <a:srgbClr val="4DA32F"/>
              </a:solidFill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-"/>
            </a:pPr>
            <a:endParaRPr lang="en-US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8B57B6DE-D8C0-19B2-36F1-A3DEC753635E}"/>
              </a:ext>
            </a:extLst>
          </p:cNvPr>
          <p:cNvSpPr/>
          <p:nvPr/>
        </p:nvSpPr>
        <p:spPr>
          <a:xfrm>
            <a:off x="1199914" y="3528063"/>
            <a:ext cx="926751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endParaRPr lang="en-US" sz="2000" dirty="0">
              <a:solidFill>
                <a:srgbClr val="002060"/>
              </a:solidFill>
              <a:latin typeface="+mj-lt"/>
            </a:endParaRPr>
          </a:p>
          <a:p>
            <a:pPr>
              <a:spcAft>
                <a:spcPts val="600"/>
              </a:spcAft>
            </a:pPr>
            <a:endParaRPr lang="en-US" sz="2000" dirty="0">
              <a:solidFill>
                <a:srgbClr val="8BC379"/>
              </a:solidFill>
              <a:latin typeface="+mj-lt"/>
            </a:endParaRPr>
          </a:p>
        </p:txBody>
      </p:sp>
      <p:pic>
        <p:nvPicPr>
          <p:cNvPr id="34" name="Picture 4">
            <a:extLst>
              <a:ext uri="{FF2B5EF4-FFF2-40B4-BE49-F238E27FC236}">
                <a16:creationId xmlns:a16="http://schemas.microsoft.com/office/drawing/2014/main" id="{8837D8DC-5C47-EDA0-1296-26E3B320E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358" y="4903951"/>
            <a:ext cx="1490132" cy="980222"/>
          </a:xfrm>
          <a:prstGeom prst="rect">
            <a:avLst/>
          </a:prstGeom>
        </p:spPr>
      </p:pic>
      <p:sp>
        <p:nvSpPr>
          <p:cNvPr id="25" name="Rectangle 4">
            <a:extLst>
              <a:ext uri="{FF2B5EF4-FFF2-40B4-BE49-F238E27FC236}">
                <a16:creationId xmlns:a16="http://schemas.microsoft.com/office/drawing/2014/main" id="{BBFA93B8-24E2-4257-D506-FC3A72159FB0}"/>
              </a:ext>
            </a:extLst>
          </p:cNvPr>
          <p:cNvSpPr/>
          <p:nvPr/>
        </p:nvSpPr>
        <p:spPr>
          <a:xfrm>
            <a:off x="12604923" y="1473938"/>
            <a:ext cx="553136" cy="1570690"/>
          </a:xfrm>
          <a:prstGeom prst="rect">
            <a:avLst/>
          </a:prstGeom>
          <a:solidFill>
            <a:srgbClr val="004B9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D87C27CC-7D94-4AAE-856A-30C628E79DEF}"/>
              </a:ext>
            </a:extLst>
          </p:cNvPr>
          <p:cNvSpPr/>
          <p:nvPr/>
        </p:nvSpPr>
        <p:spPr>
          <a:xfrm>
            <a:off x="12739456" y="3429000"/>
            <a:ext cx="367188" cy="354506"/>
          </a:xfrm>
          <a:prstGeom prst="rect">
            <a:avLst/>
          </a:prstGeom>
          <a:solidFill>
            <a:srgbClr val="4DA32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8" name="Ovaal 27">
            <a:extLst>
              <a:ext uri="{FF2B5EF4-FFF2-40B4-BE49-F238E27FC236}">
                <a16:creationId xmlns:a16="http://schemas.microsoft.com/office/drawing/2014/main" id="{53C4527D-DC6B-B7F0-5B09-434CF29D064B}"/>
              </a:ext>
            </a:extLst>
          </p:cNvPr>
          <p:cNvSpPr/>
          <p:nvPr/>
        </p:nvSpPr>
        <p:spPr>
          <a:xfrm>
            <a:off x="10806090" y="337503"/>
            <a:ext cx="812800" cy="782697"/>
          </a:xfrm>
          <a:prstGeom prst="ellipse">
            <a:avLst/>
          </a:prstGeom>
          <a:solidFill>
            <a:srgbClr val="8BC3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200" dirty="0">
              <a:solidFill>
                <a:srgbClr val="03060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50231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Aangepast 2">
      <a:dk1>
        <a:srgbClr val="8BC379"/>
      </a:dk1>
      <a:lt1>
        <a:srgbClr val="FFFFFF"/>
      </a:lt1>
      <a:dk2>
        <a:srgbClr val="FFFFFF"/>
      </a:dk2>
      <a:lt2>
        <a:srgbClr val="004B96"/>
      </a:lt2>
      <a:accent1>
        <a:srgbClr val="4DA32F"/>
      </a:accent1>
      <a:accent2>
        <a:srgbClr val="8BC379"/>
      </a:accent2>
      <a:accent3>
        <a:srgbClr val="8BC379"/>
      </a:accent3>
      <a:accent4>
        <a:srgbClr val="E52713"/>
      </a:accent4>
      <a:accent5>
        <a:srgbClr val="4DA32F"/>
      </a:accent5>
      <a:accent6>
        <a:srgbClr val="E52713"/>
      </a:accent6>
      <a:hlink>
        <a:srgbClr val="004B96"/>
      </a:hlink>
      <a:folHlink>
        <a:srgbClr val="8BC379"/>
      </a:folHlink>
    </a:clrScheme>
    <a:fontScheme name="Aangepast 1">
      <a:majorFont>
        <a:latin typeface="Rockwell"/>
        <a:ea typeface=""/>
        <a:cs typeface=""/>
      </a:majorFont>
      <a:minorFont>
        <a:latin typeface="Rock Sa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houd xmlns="0e3687ce-4365-4d60-8a65-933fe5a9ff0a" xsi:nil="true"/>
    <lcf76f155ced4ddcb4097134ff3c332f xmlns="0e3687ce-4365-4d60-8a65-933fe5a9ff0a">
      <Terms xmlns="http://schemas.microsoft.com/office/infopath/2007/PartnerControls"/>
    </lcf76f155ced4ddcb4097134ff3c332f>
    <TaxCatchAll xmlns="88bf959c-3a47-4a12-b56c-70c79cf8173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986BBECA4C114E8000F52B2ABBDD26" ma:contentTypeVersion="20" ma:contentTypeDescription="Create a new document." ma:contentTypeScope="" ma:versionID="e888ccf2ac16253d4f9f7d300bbe38bd">
  <xsd:schema xmlns:xsd="http://www.w3.org/2001/XMLSchema" xmlns:xs="http://www.w3.org/2001/XMLSchema" xmlns:p="http://schemas.microsoft.com/office/2006/metadata/properties" xmlns:ns2="0e3687ce-4365-4d60-8a65-933fe5a9ff0a" xmlns:ns3="88bf959c-3a47-4a12-b56c-70c79cf81735" targetNamespace="http://schemas.microsoft.com/office/2006/metadata/properties" ma:root="true" ma:fieldsID="e0234d125a0a71f698601d8c516a4611" ns2:_="" ns3:_="">
    <xsd:import namespace="0e3687ce-4365-4d60-8a65-933fe5a9ff0a"/>
    <xsd:import namespace="88bf959c-3a47-4a12-b56c-70c79cf817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Inhoud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3687ce-4365-4d60-8a65-933fe5a9ff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c551538-7109-430c-af61-df11a76ff2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Inhoud" ma:index="24" nillable="true" ma:displayName="Inhoud" ma:format="Dropdown" ma:internalName="Inhoud">
      <xsd:simpleType>
        <xsd:restriction base="dms:Text">
          <xsd:maxLength value="255"/>
        </xsd:restriction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bf959c-3a47-4a12-b56c-70c79cf81735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1ff251a-c4e5-4a7c-b4bd-04302827902e}" ma:internalName="TaxCatchAll" ma:showField="CatchAllData" ma:web="88bf959c-3a47-4a12-b56c-70c79cf817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CF3579B-4539-4FA7-B9F9-9F1AB8634E75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0e3687ce-4365-4d60-8a65-933fe5a9ff0a"/>
    <ds:schemaRef ds:uri="http://schemas.microsoft.com/office/infopath/2007/PartnerControls"/>
    <ds:schemaRef ds:uri="88bf959c-3a47-4a12-b56c-70c79cf81735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0E20E10-73B0-4EDD-BA97-F898C5300A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3687ce-4365-4d60-8a65-933fe5a9ff0a"/>
    <ds:schemaRef ds:uri="88bf959c-3a47-4a12-b56c-70c79cf817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4A4D7E9-B2E9-48F5-8954-8E64FE4ED89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Breedbeeld</PresentationFormat>
  <Paragraphs>5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Aptos</vt:lpstr>
      <vt:lpstr>Arial</vt:lpstr>
      <vt:lpstr>Rock Salt</vt:lpstr>
      <vt:lpstr>Rockwell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Joyce Keizer</dc:creator>
  <cp:lastModifiedBy>Tom Nieuweboer</cp:lastModifiedBy>
  <cp:revision>3</cp:revision>
  <cp:lastPrinted>2025-09-09T06:05:39Z</cp:lastPrinted>
  <dcterms:created xsi:type="dcterms:W3CDTF">2025-09-08T13:24:53Z</dcterms:created>
  <dcterms:modified xsi:type="dcterms:W3CDTF">2025-11-06T08:03:02Z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0x01010005986BBECA4C114E8000F52B2ABBDD26</vt:lpwstr>
  </property>
  <property fmtid="{D5CDD505-2E9C-101B-9397-08002B2CF9AE}" pid="3" name="MediaServiceImageTags">
    <vt:lpwstr/>
  </property>
</Properties>
</file>